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3"/>
  </p:notesMasterIdLst>
  <p:sldIdLst>
    <p:sldId id="256" r:id="rId3"/>
    <p:sldId id="257" r:id="rId4"/>
    <p:sldId id="268" r:id="rId5"/>
    <p:sldId id="258" r:id="rId6"/>
    <p:sldId id="259" r:id="rId7"/>
    <p:sldId id="260" r:id="rId8"/>
    <p:sldId id="261" r:id="rId9"/>
    <p:sldId id="266" r:id="rId10"/>
    <p:sldId id="262" r:id="rId11"/>
    <p:sldId id="265" r:id="rId12"/>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F7534F-CAFA-4C83-93BE-1CE1011EE631}" v="54" dt="2026-03-25T16:49:16.8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19"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Abhiram Amrutaluri" userId="64414110dd31b24c" providerId="LiveId" clId="{26D76930-4EC3-420F-8F5B-19CE4E90D287}"/>
    <pc:docChg chg="undo custSel addSld delSld modSld">
      <pc:chgData name="Sai Abhiram Amrutaluri" userId="64414110dd31b24c" providerId="LiveId" clId="{26D76930-4EC3-420F-8F5B-19CE4E90D287}" dt="2026-03-25T16:51:12.564" v="225" actId="20577"/>
      <pc:docMkLst>
        <pc:docMk/>
      </pc:docMkLst>
      <pc:sldChg chg="modSp mod">
        <pc:chgData name="Sai Abhiram Amrutaluri" userId="64414110dd31b24c" providerId="LiveId" clId="{26D76930-4EC3-420F-8F5B-19CE4E90D287}" dt="2026-03-25T16:51:12.564" v="225" actId="20577"/>
        <pc:sldMkLst>
          <pc:docMk/>
          <pc:sldMk cId="0" sldId="256"/>
        </pc:sldMkLst>
        <pc:spChg chg="mod">
          <ac:chgData name="Sai Abhiram Amrutaluri" userId="64414110dd31b24c" providerId="LiveId" clId="{26D76930-4EC3-420F-8F5B-19CE4E90D287}" dt="2026-03-25T16:51:05.603" v="222" actId="20577"/>
          <ac:spMkLst>
            <pc:docMk/>
            <pc:sldMk cId="0" sldId="256"/>
            <ac:spMk id="2" creationId="{00000000-0000-0000-0000-000000000000}"/>
          </ac:spMkLst>
        </pc:spChg>
        <pc:spChg chg="mod">
          <ac:chgData name="Sai Abhiram Amrutaluri" userId="64414110dd31b24c" providerId="LiveId" clId="{26D76930-4EC3-420F-8F5B-19CE4E90D287}" dt="2026-03-25T16:51:12.564" v="225" actId="20577"/>
          <ac:spMkLst>
            <pc:docMk/>
            <pc:sldMk cId="0" sldId="256"/>
            <ac:spMk id="4" creationId="{19CB8D31-4B20-E03A-CB81-07F306BD4D58}"/>
          </ac:spMkLst>
        </pc:spChg>
      </pc:sldChg>
      <pc:sldChg chg="modSp">
        <pc:chgData name="Sai Abhiram Amrutaluri" userId="64414110dd31b24c" providerId="LiveId" clId="{26D76930-4EC3-420F-8F5B-19CE4E90D287}" dt="2026-03-25T16:35:05.899" v="1"/>
        <pc:sldMkLst>
          <pc:docMk/>
          <pc:sldMk cId="0" sldId="257"/>
        </pc:sldMkLst>
        <pc:spChg chg="mod">
          <ac:chgData name="Sai Abhiram Amrutaluri" userId="64414110dd31b24c" providerId="LiveId" clId="{26D76930-4EC3-420F-8F5B-19CE4E90D287}" dt="2026-03-25T16:35:00.294" v="0"/>
          <ac:spMkLst>
            <pc:docMk/>
            <pc:sldMk cId="0" sldId="257"/>
            <ac:spMk id="8" creationId="{00000000-0000-0000-0000-000000000000}"/>
          </ac:spMkLst>
        </pc:spChg>
        <pc:spChg chg="mod">
          <ac:chgData name="Sai Abhiram Amrutaluri" userId="64414110dd31b24c" providerId="LiveId" clId="{26D76930-4EC3-420F-8F5B-19CE4E90D287}" dt="2026-03-25T16:35:05.899" v="1"/>
          <ac:spMkLst>
            <pc:docMk/>
            <pc:sldMk cId="0" sldId="257"/>
            <ac:spMk id="9" creationId="{00000000-0000-0000-0000-000000000000}"/>
          </ac:spMkLst>
        </pc:spChg>
      </pc:sldChg>
      <pc:sldChg chg="addSp delSp modSp mod">
        <pc:chgData name="Sai Abhiram Amrutaluri" userId="64414110dd31b24c" providerId="LiveId" clId="{26D76930-4EC3-420F-8F5B-19CE4E90D287}" dt="2026-03-25T16:37:49.884" v="53" actId="21"/>
        <pc:sldMkLst>
          <pc:docMk/>
          <pc:sldMk cId="2011599029" sldId="258"/>
        </pc:sldMkLst>
        <pc:spChg chg="del">
          <ac:chgData name="Sai Abhiram Amrutaluri" userId="64414110dd31b24c" providerId="LiveId" clId="{26D76930-4EC3-420F-8F5B-19CE4E90D287}" dt="2026-03-25T16:37:49.884" v="53" actId="21"/>
          <ac:spMkLst>
            <pc:docMk/>
            <pc:sldMk cId="2011599029" sldId="258"/>
            <ac:spMk id="4" creationId="{6246225C-C486-FED1-DA4D-888BE9F6A86C}"/>
          </ac:spMkLst>
        </pc:spChg>
        <pc:spChg chg="del mod">
          <ac:chgData name="Sai Abhiram Amrutaluri" userId="64414110dd31b24c" providerId="LiveId" clId="{26D76930-4EC3-420F-8F5B-19CE4E90D287}" dt="2026-03-25T16:37:45.914" v="52" actId="21"/>
          <ac:spMkLst>
            <pc:docMk/>
            <pc:sldMk cId="2011599029" sldId="258"/>
            <ac:spMk id="5" creationId="{7B8C7DBE-8B58-804A-6C39-91193A7ECF4F}"/>
          </ac:spMkLst>
        </pc:spChg>
        <pc:spChg chg="mod">
          <ac:chgData name="Sai Abhiram Amrutaluri" userId="64414110dd31b24c" providerId="LiveId" clId="{26D76930-4EC3-420F-8F5B-19CE4E90D287}" dt="2026-03-25T16:37:39.656" v="50" actId="1076"/>
          <ac:spMkLst>
            <pc:docMk/>
            <pc:sldMk cId="2011599029" sldId="258"/>
            <ac:spMk id="8" creationId="{F12C2661-5AB9-3306-326F-7FD2F83DB2B0}"/>
          </ac:spMkLst>
        </pc:spChg>
        <pc:spChg chg="del mod">
          <ac:chgData name="Sai Abhiram Amrutaluri" userId="64414110dd31b24c" providerId="LiveId" clId="{26D76930-4EC3-420F-8F5B-19CE4E90D287}" dt="2026-03-25T16:37:29.256" v="46" actId="931"/>
          <ac:spMkLst>
            <pc:docMk/>
            <pc:sldMk cId="2011599029" sldId="258"/>
            <ac:spMk id="9" creationId="{B7B926EC-3DBE-8D00-A4DE-40000C0B9746}"/>
          </ac:spMkLst>
        </pc:spChg>
        <pc:picChg chg="add mod ord">
          <ac:chgData name="Sai Abhiram Amrutaluri" userId="64414110dd31b24c" providerId="LiveId" clId="{26D76930-4EC3-420F-8F5B-19CE4E90D287}" dt="2026-03-25T16:37:35.842" v="49" actId="1076"/>
          <ac:picMkLst>
            <pc:docMk/>
            <pc:sldMk cId="2011599029" sldId="258"/>
            <ac:picMk id="6" creationId="{24037B26-5FB1-FBC5-D5CE-80CB6A7F4C1B}"/>
          </ac:picMkLst>
        </pc:picChg>
      </pc:sldChg>
      <pc:sldChg chg="addSp delSp modSp mod">
        <pc:chgData name="Sai Abhiram Amrutaluri" userId="64414110dd31b24c" providerId="LiveId" clId="{26D76930-4EC3-420F-8F5B-19CE4E90D287}" dt="2026-03-25T16:39:01.173" v="61" actId="21"/>
        <pc:sldMkLst>
          <pc:docMk/>
          <pc:sldMk cId="4008404546" sldId="259"/>
        </pc:sldMkLst>
        <pc:spChg chg="del">
          <ac:chgData name="Sai Abhiram Amrutaluri" userId="64414110dd31b24c" providerId="LiveId" clId="{26D76930-4EC3-420F-8F5B-19CE4E90D287}" dt="2026-03-25T16:38:55.145" v="60" actId="21"/>
          <ac:spMkLst>
            <pc:docMk/>
            <pc:sldMk cId="4008404546" sldId="259"/>
            <ac:spMk id="5" creationId="{47AB615F-134B-83C4-E306-B5062B74B49D}"/>
          </ac:spMkLst>
        </pc:spChg>
        <pc:spChg chg="mod">
          <ac:chgData name="Sai Abhiram Amrutaluri" userId="64414110dd31b24c" providerId="LiveId" clId="{26D76930-4EC3-420F-8F5B-19CE4E90D287}" dt="2026-03-25T16:38:04.103" v="56" actId="1076"/>
          <ac:spMkLst>
            <pc:docMk/>
            <pc:sldMk cId="4008404546" sldId="259"/>
            <ac:spMk id="8" creationId="{0C946B85-3126-D2FB-6BBE-D431774EDF2B}"/>
          </ac:spMkLst>
        </pc:spChg>
        <pc:spChg chg="del mod">
          <ac:chgData name="Sai Abhiram Amrutaluri" userId="64414110dd31b24c" providerId="LiveId" clId="{26D76930-4EC3-420F-8F5B-19CE4E90D287}" dt="2026-03-25T16:38:47.684" v="58" actId="931"/>
          <ac:spMkLst>
            <pc:docMk/>
            <pc:sldMk cId="4008404546" sldId="259"/>
            <ac:spMk id="9" creationId="{207DCC41-9625-D8BE-ED8E-A41DE68AA126}"/>
          </ac:spMkLst>
        </pc:spChg>
        <pc:spChg chg="del">
          <ac:chgData name="Sai Abhiram Amrutaluri" userId="64414110dd31b24c" providerId="LiveId" clId="{26D76930-4EC3-420F-8F5B-19CE4E90D287}" dt="2026-03-25T16:39:01.173" v="61" actId="21"/>
          <ac:spMkLst>
            <pc:docMk/>
            <pc:sldMk cId="4008404546" sldId="259"/>
            <ac:spMk id="10" creationId="{EB56FACB-3BE6-7710-5AF6-30246594A4B1}"/>
          </ac:spMkLst>
        </pc:spChg>
        <pc:picChg chg="add mod ord">
          <ac:chgData name="Sai Abhiram Amrutaluri" userId="64414110dd31b24c" providerId="LiveId" clId="{26D76930-4EC3-420F-8F5B-19CE4E90D287}" dt="2026-03-25T16:38:49.704" v="59" actId="1076"/>
          <ac:picMkLst>
            <pc:docMk/>
            <pc:sldMk cId="4008404546" sldId="259"/>
            <ac:picMk id="4" creationId="{ABF75274-3C88-280C-A211-D9F1F5142D99}"/>
          </ac:picMkLst>
        </pc:picChg>
      </pc:sldChg>
      <pc:sldChg chg="addSp delSp modSp mod">
        <pc:chgData name="Sai Abhiram Amrutaluri" userId="64414110dd31b24c" providerId="LiveId" clId="{26D76930-4EC3-420F-8F5B-19CE4E90D287}" dt="2026-03-25T16:43:17.654" v="96" actId="1076"/>
        <pc:sldMkLst>
          <pc:docMk/>
          <pc:sldMk cId="361088173" sldId="260"/>
        </pc:sldMkLst>
        <pc:spChg chg="add del mod">
          <ac:chgData name="Sai Abhiram Amrutaluri" userId="64414110dd31b24c" providerId="LiveId" clId="{26D76930-4EC3-420F-8F5B-19CE4E90D287}" dt="2026-03-25T16:43:07.002" v="93"/>
          <ac:spMkLst>
            <pc:docMk/>
            <pc:sldMk cId="361088173" sldId="260"/>
            <ac:spMk id="3" creationId="{921BCDF0-30EF-78D8-43F8-1D76B2571221}"/>
          </ac:spMkLst>
        </pc:spChg>
        <pc:spChg chg="add mod">
          <ac:chgData name="Sai Abhiram Amrutaluri" userId="64414110dd31b24c" providerId="LiveId" clId="{26D76930-4EC3-420F-8F5B-19CE4E90D287}" dt="2026-03-25T16:43:17.654" v="96" actId="1076"/>
          <ac:spMkLst>
            <pc:docMk/>
            <pc:sldMk cId="361088173" sldId="260"/>
            <ac:spMk id="4" creationId="{93568ACD-BF18-75BE-6291-44F897F25D50}"/>
          </ac:spMkLst>
        </pc:spChg>
        <pc:spChg chg="mod">
          <ac:chgData name="Sai Abhiram Amrutaluri" userId="64414110dd31b24c" providerId="LiveId" clId="{26D76930-4EC3-420F-8F5B-19CE4E90D287}" dt="2026-03-25T16:39:58.525" v="73" actId="20577"/>
          <ac:spMkLst>
            <pc:docMk/>
            <pc:sldMk cId="361088173" sldId="260"/>
            <ac:spMk id="8" creationId="{215234DD-6ED1-D656-1294-FA28B66E4582}"/>
          </ac:spMkLst>
        </pc:spChg>
        <pc:graphicFrameChg chg="del">
          <ac:chgData name="Sai Abhiram Amrutaluri" userId="64414110dd31b24c" providerId="LiveId" clId="{26D76930-4EC3-420F-8F5B-19CE4E90D287}" dt="2026-03-25T16:39:25.984" v="63" actId="21"/>
          <ac:graphicFrameMkLst>
            <pc:docMk/>
            <pc:sldMk cId="361088173" sldId="260"/>
            <ac:graphicFrameMk id="31" creationId="{C8172B3E-234D-E032-A7C7-E5156E79445E}"/>
          </ac:graphicFrameMkLst>
        </pc:graphicFrameChg>
      </pc:sldChg>
      <pc:sldChg chg="modSp mod">
        <pc:chgData name="Sai Abhiram Amrutaluri" userId="64414110dd31b24c" providerId="LiveId" clId="{26D76930-4EC3-420F-8F5B-19CE4E90D287}" dt="2026-03-25T16:44:56.676" v="103" actId="27636"/>
        <pc:sldMkLst>
          <pc:docMk/>
          <pc:sldMk cId="2762340321" sldId="261"/>
        </pc:sldMkLst>
        <pc:spChg chg="mod">
          <ac:chgData name="Sai Abhiram Amrutaluri" userId="64414110dd31b24c" providerId="LiveId" clId="{26D76930-4EC3-420F-8F5B-19CE4E90D287}" dt="2026-03-25T16:44:08.684" v="98" actId="20577"/>
          <ac:spMkLst>
            <pc:docMk/>
            <pc:sldMk cId="2762340321" sldId="261"/>
            <ac:spMk id="8" creationId="{048C83F0-76BD-4B96-85D5-C1FAD7356279}"/>
          </ac:spMkLst>
        </pc:spChg>
        <pc:spChg chg="mod">
          <ac:chgData name="Sai Abhiram Amrutaluri" userId="64414110dd31b24c" providerId="LiveId" clId="{26D76930-4EC3-420F-8F5B-19CE4E90D287}" dt="2026-03-25T16:44:56.676" v="103" actId="27636"/>
          <ac:spMkLst>
            <pc:docMk/>
            <pc:sldMk cId="2762340321" sldId="261"/>
            <ac:spMk id="9" creationId="{552B6941-B56F-78EF-6572-0086C4B21BD4}"/>
          </ac:spMkLst>
        </pc:spChg>
      </pc:sldChg>
      <pc:sldChg chg="modSp mod">
        <pc:chgData name="Sai Abhiram Amrutaluri" userId="64414110dd31b24c" providerId="LiveId" clId="{26D76930-4EC3-420F-8F5B-19CE4E90D287}" dt="2026-03-25T16:50:38.558" v="215" actId="255"/>
        <pc:sldMkLst>
          <pc:docMk/>
          <pc:sldMk cId="3350041320" sldId="262"/>
        </pc:sldMkLst>
        <pc:spChg chg="mod">
          <ac:chgData name="Sai Abhiram Amrutaluri" userId="64414110dd31b24c" providerId="LiveId" clId="{26D76930-4EC3-420F-8F5B-19CE4E90D287}" dt="2026-03-25T16:46:28.925" v="132" actId="20577"/>
          <ac:spMkLst>
            <pc:docMk/>
            <pc:sldMk cId="3350041320" sldId="262"/>
            <ac:spMk id="8" creationId="{8465BC6B-ACEF-FABD-97D9-3F740AFEA650}"/>
          </ac:spMkLst>
        </pc:spChg>
        <pc:spChg chg="mod">
          <ac:chgData name="Sai Abhiram Amrutaluri" userId="64414110dd31b24c" providerId="LiveId" clId="{26D76930-4EC3-420F-8F5B-19CE4E90D287}" dt="2026-03-25T16:50:38.558" v="215" actId="255"/>
          <ac:spMkLst>
            <pc:docMk/>
            <pc:sldMk cId="3350041320" sldId="262"/>
            <ac:spMk id="9" creationId="{9A148468-70F0-62F4-D77B-031E25FC61F1}"/>
          </ac:spMkLst>
        </pc:spChg>
      </pc:sldChg>
      <pc:sldChg chg="add del">
        <pc:chgData name="Sai Abhiram Amrutaluri" userId="64414110dd31b24c" providerId="LiveId" clId="{26D76930-4EC3-420F-8F5B-19CE4E90D287}" dt="2026-03-25T16:50:52.855" v="219" actId="47"/>
        <pc:sldMkLst>
          <pc:docMk/>
          <pc:sldMk cId="716463640" sldId="263"/>
        </pc:sldMkLst>
      </pc:sldChg>
      <pc:sldChg chg="addSp delSp modSp del mod">
        <pc:chgData name="Sai Abhiram Amrutaluri" userId="64414110dd31b24c" providerId="LiveId" clId="{26D76930-4EC3-420F-8F5B-19CE4E90D287}" dt="2026-03-25T16:50:55.254" v="220" actId="47"/>
        <pc:sldMkLst>
          <pc:docMk/>
          <pc:sldMk cId="2116982541" sldId="264"/>
        </pc:sldMkLst>
        <pc:spChg chg="add del mod">
          <ac:chgData name="Sai Abhiram Amrutaluri" userId="64414110dd31b24c" providerId="LiveId" clId="{26D76930-4EC3-420F-8F5B-19CE4E90D287}" dt="2026-03-25T16:47:45.852" v="143"/>
          <ac:spMkLst>
            <pc:docMk/>
            <pc:sldMk cId="2116982541" sldId="264"/>
            <ac:spMk id="3" creationId="{0FE89CCE-C598-3ABB-6A88-365FA0FD038B}"/>
          </ac:spMkLst>
        </pc:spChg>
        <pc:spChg chg="add mod">
          <ac:chgData name="Sai Abhiram Amrutaluri" userId="64414110dd31b24c" providerId="LiveId" clId="{26D76930-4EC3-420F-8F5B-19CE4E90D287}" dt="2026-03-25T16:48:39.134" v="165" actId="1076"/>
          <ac:spMkLst>
            <pc:docMk/>
            <pc:sldMk cId="2116982541" sldId="264"/>
            <ac:spMk id="4" creationId="{9C8D0BC4-BA18-8E9D-3569-F3CC10CC67BC}"/>
          </ac:spMkLst>
        </pc:spChg>
        <pc:spChg chg="del mod">
          <ac:chgData name="Sai Abhiram Amrutaluri" userId="64414110dd31b24c" providerId="LiveId" clId="{26D76930-4EC3-420F-8F5B-19CE4E90D287}" dt="2026-03-25T16:47:28.754" v="138"/>
          <ac:spMkLst>
            <pc:docMk/>
            <pc:sldMk cId="2116982541" sldId="264"/>
            <ac:spMk id="9" creationId="{820347CC-6603-A42B-AFAE-07AE7DD492A9}"/>
          </ac:spMkLst>
        </pc:spChg>
      </pc:sldChg>
      <pc:sldChg chg="addSp delSp modSp mod">
        <pc:chgData name="Sai Abhiram Amrutaluri" userId="64414110dd31b24c" providerId="LiveId" clId="{26D76930-4EC3-420F-8F5B-19CE4E90D287}" dt="2026-03-25T16:45:44.783" v="127" actId="20577"/>
        <pc:sldMkLst>
          <pc:docMk/>
          <pc:sldMk cId="1192081411" sldId="266"/>
        </pc:sldMkLst>
        <pc:spChg chg="add mod">
          <ac:chgData name="Sai Abhiram Amrutaluri" userId="64414110dd31b24c" providerId="LiveId" clId="{26D76930-4EC3-420F-8F5B-19CE4E90D287}" dt="2026-03-25T16:45:42.334" v="126" actId="1076"/>
          <ac:spMkLst>
            <pc:docMk/>
            <pc:sldMk cId="1192081411" sldId="266"/>
            <ac:spMk id="4" creationId="{FC7E896A-BBFA-8215-F4F3-ACA2A4E88D27}"/>
          </ac:spMkLst>
        </pc:spChg>
        <pc:spChg chg="mod">
          <ac:chgData name="Sai Abhiram Amrutaluri" userId="64414110dd31b24c" providerId="LiveId" clId="{26D76930-4EC3-420F-8F5B-19CE4E90D287}" dt="2026-03-25T16:45:44.783" v="127" actId="20577"/>
          <ac:spMkLst>
            <pc:docMk/>
            <pc:sldMk cId="1192081411" sldId="266"/>
            <ac:spMk id="8" creationId="{49F30C8F-44E3-ED91-3A37-4D042A3F7393}"/>
          </ac:spMkLst>
        </pc:spChg>
        <pc:spChg chg="del mod">
          <ac:chgData name="Sai Abhiram Amrutaluri" userId="64414110dd31b24c" providerId="LiveId" clId="{26D76930-4EC3-420F-8F5B-19CE4E90D287}" dt="2026-03-25T16:45:14.593" v="107"/>
          <ac:spMkLst>
            <pc:docMk/>
            <pc:sldMk cId="1192081411" sldId="266"/>
            <ac:spMk id="27" creationId="{2E5B5D27-C615-7A02-2A7E-05BABA12040F}"/>
          </ac:spMkLst>
        </pc:spChg>
      </pc:sldChg>
      <pc:sldChg chg="del">
        <pc:chgData name="Sai Abhiram Amrutaluri" userId="64414110dd31b24c" providerId="LiveId" clId="{26D76930-4EC3-420F-8F5B-19CE4E90D287}" dt="2026-03-25T16:50:49.047" v="216" actId="47"/>
        <pc:sldMkLst>
          <pc:docMk/>
          <pc:sldMk cId="3866555399" sldId="267"/>
        </pc:sldMkLst>
      </pc:sldChg>
      <pc:sldChg chg="addSp delSp modSp mod">
        <pc:chgData name="Sai Abhiram Amrutaluri" userId="64414110dd31b24c" providerId="LiveId" clId="{26D76930-4EC3-420F-8F5B-19CE4E90D287}" dt="2026-03-25T16:42:18.745" v="80" actId="20577"/>
        <pc:sldMkLst>
          <pc:docMk/>
          <pc:sldMk cId="871998354" sldId="268"/>
        </pc:sldMkLst>
        <pc:spChg chg="add del mod">
          <ac:chgData name="Sai Abhiram Amrutaluri" userId="64414110dd31b24c" providerId="LiveId" clId="{26D76930-4EC3-420F-8F5B-19CE4E90D287}" dt="2026-03-25T16:36:20.574" v="30"/>
          <ac:spMkLst>
            <pc:docMk/>
            <pc:sldMk cId="871998354" sldId="268"/>
            <ac:spMk id="3" creationId="{5521D5E0-6E67-F205-EA75-B07EAAA3B057}"/>
          </ac:spMkLst>
        </pc:spChg>
        <pc:spChg chg="del mod">
          <ac:chgData name="Sai Abhiram Amrutaluri" userId="64414110dd31b24c" providerId="LiveId" clId="{26D76930-4EC3-420F-8F5B-19CE4E90D287}" dt="2026-03-25T16:37:00.407" v="42" actId="21"/>
          <ac:spMkLst>
            <pc:docMk/>
            <pc:sldMk cId="871998354" sldId="268"/>
            <ac:spMk id="4" creationId="{0F3F6007-90FC-482A-D943-BCBD60275871}"/>
          </ac:spMkLst>
        </pc:spChg>
        <pc:spChg chg="del">
          <ac:chgData name="Sai Abhiram Amrutaluri" userId="64414110dd31b24c" providerId="LiveId" clId="{26D76930-4EC3-420F-8F5B-19CE4E90D287}" dt="2026-03-25T16:36:54.845" v="40" actId="21"/>
          <ac:spMkLst>
            <pc:docMk/>
            <pc:sldMk cId="871998354" sldId="268"/>
            <ac:spMk id="5" creationId="{AB890C67-8141-5E3F-4C8F-56FB9B0272DB}"/>
          </ac:spMkLst>
        </pc:spChg>
        <pc:spChg chg="add del mod">
          <ac:chgData name="Sai Abhiram Amrutaluri" userId="64414110dd31b24c" providerId="LiveId" clId="{26D76930-4EC3-420F-8F5B-19CE4E90D287}" dt="2026-03-25T16:36:28.151" v="32" actId="21"/>
          <ac:spMkLst>
            <pc:docMk/>
            <pc:sldMk cId="871998354" sldId="268"/>
            <ac:spMk id="6" creationId="{A4D8C65F-B2CA-9ECA-C907-2EDEAC0B8E2B}"/>
          </ac:spMkLst>
        </pc:spChg>
        <pc:spChg chg="mod">
          <ac:chgData name="Sai Abhiram Amrutaluri" userId="64414110dd31b24c" providerId="LiveId" clId="{26D76930-4EC3-420F-8F5B-19CE4E90D287}" dt="2026-03-25T16:42:18.745" v="80" actId="20577"/>
          <ac:spMkLst>
            <pc:docMk/>
            <pc:sldMk cId="871998354" sldId="268"/>
            <ac:spMk id="8" creationId="{02E310BB-3511-7192-EFCE-C737FE6D4E5C}"/>
          </ac:spMkLst>
        </pc:spChg>
        <pc:spChg chg="del mod">
          <ac:chgData name="Sai Abhiram Amrutaluri" userId="64414110dd31b24c" providerId="LiveId" clId="{26D76930-4EC3-420F-8F5B-19CE4E90D287}" dt="2026-03-25T16:35:27.434" v="5"/>
          <ac:spMkLst>
            <pc:docMk/>
            <pc:sldMk cId="871998354" sldId="268"/>
            <ac:spMk id="9" creationId="{48E26F05-E699-EA95-36F8-DDCE099ED9CB}"/>
          </ac:spMkLst>
        </pc:spChg>
        <pc:spChg chg="add mod">
          <ac:chgData name="Sai Abhiram Amrutaluri" userId="64414110dd31b24c" providerId="LiveId" clId="{26D76930-4EC3-420F-8F5B-19CE4E90D287}" dt="2026-03-25T16:41:56.344" v="79" actId="1076"/>
          <ac:spMkLst>
            <pc:docMk/>
            <pc:sldMk cId="871998354" sldId="268"/>
            <ac:spMk id="11" creationId="{680A3A41-04CC-AA81-A165-F7A0A309E9A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3/25/2026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25-03-2026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25-03-2026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25-03-2026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25-03-2026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25-03-2026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25-03-2026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25-03-2026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25-03-2026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25-03-2026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25-03-2026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25-03-2026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25-03-2026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25-03-2026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25-03-2026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25-03-2026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www.mdpi.com/2078-2489/11/3/150" TargetMode="External"/><Relationship Id="rId3" Type="http://schemas.openxmlformats.org/officeDocument/2006/relationships/hyperlink" Target="https://dl.acm.org/doi/10.1145/1772690.1772777" TargetMode="External"/><Relationship Id="rId7" Type="http://schemas.openxmlformats.org/officeDocument/2006/relationships/hyperlink" Target="https://link.springer.com/article/10.1007/s10479-018-2871-6" TargetMode="External"/><Relationship Id="rId2" Type="http://schemas.openxmlformats.org/officeDocument/2006/relationships/hyperlink" Target="https://dl.acm.org/doi/10.1145/2500499" TargetMode="External"/><Relationship Id="rId1" Type="http://schemas.openxmlformats.org/officeDocument/2006/relationships/slideLayout" Target="../slideLayouts/slideLayout2.xml"/><Relationship Id="rId6" Type="http://schemas.openxmlformats.org/officeDocument/2006/relationships/hyperlink" Target="https://aclanthology.org/W13-1105/" TargetMode="External"/><Relationship Id="rId5" Type="http://schemas.openxmlformats.org/officeDocument/2006/relationships/hyperlink" Target="https://ojs.aaai.org/index.php/ICWSM/article/view/3353" TargetMode="External"/><Relationship Id="rId10" Type="http://schemas.openxmlformats.org/officeDocument/2006/relationships/image" Target="../media/image3.png"/><Relationship Id="rId4" Type="http://schemas.openxmlformats.org/officeDocument/2006/relationships/hyperlink" Target="https://aclanthology.org/L16-1694/" TargetMode="External"/><Relationship Id="rId9" Type="http://schemas.openxmlformats.org/officeDocument/2006/relationships/hyperlink" Target="https://aclanthology.org/2022.emnlp-main"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52500" y="136525"/>
            <a:ext cx="10515600" cy="1635213"/>
          </a:xfrm>
        </p:spPr>
        <p:txBody>
          <a:bodyPr>
            <a:noAutofit/>
          </a:bodyPr>
          <a:lstStyle/>
          <a:p>
            <a:pPr algn="ctr">
              <a:lnSpc>
                <a:spcPct val="100000"/>
              </a:lnSpc>
            </a:pPr>
            <a:br>
              <a:rPr lang="da-DK" sz="2400" b="1" dirty="0">
                <a:solidFill>
                  <a:schemeClr val="accent5">
                    <a:lumMod val="60000"/>
                    <a:lumOff val="40000"/>
                  </a:schemeClr>
                </a:solidFill>
                <a:latin typeface="Times New Roman" panose="02020603050405020304" pitchFamily="18" charset="0"/>
                <a:cs typeface="Times New Roman" panose="02020603050405020304" pitchFamily="18" charset="0"/>
              </a:rPr>
            </a:br>
            <a:r>
              <a:rPr lang="da-DK" sz="2400" b="1" dirty="0">
                <a:solidFill>
                  <a:schemeClr val="accent5">
                    <a:lumMod val="60000"/>
                    <a:lumOff val="40000"/>
                  </a:schemeClr>
                </a:solidFill>
                <a:latin typeface="Times New Roman" panose="02020603050405020304" pitchFamily="18" charset="0"/>
                <a:cs typeface="Times New Roman" panose="02020603050405020304" pitchFamily="18" charset="0"/>
              </a:rPr>
              <a:t>Big Data Technologies</a:t>
            </a: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3</a:t>
            </a:r>
            <a:br>
              <a:rPr lang="en-US" sz="2400" b="1" dirty="0">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IndiaShield: An AI-Powered Real-Time Disaster Detection and Emergency Intelligence System</a:t>
            </a:r>
            <a:br>
              <a:rPr lang="en-US" sz="2400" b="1" dirty="0">
                <a:solidFill>
                  <a:srgbClr val="FF0000"/>
                </a:solidFill>
                <a:latin typeface="Times New Roman" panose="02020603050405020304" pitchFamily="18" charset="0"/>
                <a:cs typeface="Times New Roman" panose="02020603050405020304" pitchFamily="18" charset="0"/>
              </a:rPr>
            </a:b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961418" y="1737503"/>
            <a:ext cx="10515600" cy="1097555"/>
          </a:xfrm>
        </p:spPr>
        <p:txBody>
          <a:bodyPr>
            <a:noAutofit/>
          </a:bodyPr>
          <a:lstStyle/>
          <a:p>
            <a:pPr marL="0" indent="0" algn="ctr">
              <a:buNone/>
            </a:pPr>
            <a:r>
              <a:rPr lang="en-IN" sz="2000" b="1" dirty="0"/>
              <a:t>Team No-18</a:t>
            </a:r>
          </a:p>
          <a:p>
            <a:pPr marL="0" indent="0" algn="ctr">
              <a:buNone/>
            </a:pPr>
            <a:r>
              <a:rPr lang="en-IN" sz="2000" b="1" dirty="0"/>
              <a:t>Roll No		Name</a:t>
            </a:r>
            <a:endParaRPr lang="en-US" sz="2000" b="1" dirty="0"/>
          </a:p>
          <a:p>
            <a:pPr marL="0" indent="0" algn="ctr">
              <a:buNone/>
            </a:pPr>
            <a:r>
              <a:rPr lang="en-US" sz="2000" b="1" dirty="0"/>
              <a:t> </a:t>
            </a:r>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25-03-2026</a:t>
            </a:fld>
            <a:endParaRPr lang="en-US"/>
          </a:p>
        </p:txBody>
      </p:sp>
      <p:sp>
        <p:nvSpPr>
          <p:cNvPr id="9" name="Content Placeholder 3"/>
          <p:cNvSpPr txBox="1"/>
          <p:nvPr/>
        </p:nvSpPr>
        <p:spPr>
          <a:xfrm>
            <a:off x="952500" y="5213541"/>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61418" y="3407249"/>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8095" y="5213541"/>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
        <p:nvSpPr>
          <p:cNvPr id="11" name="TextBox 10">
            <a:extLst>
              <a:ext uri="{FF2B5EF4-FFF2-40B4-BE49-F238E27FC236}">
                <a16:creationId xmlns:a16="http://schemas.microsoft.com/office/drawing/2014/main" id="{17287C7C-397C-A713-8AD2-07C39736DECD}"/>
              </a:ext>
            </a:extLst>
          </p:cNvPr>
          <p:cNvSpPr txBox="1"/>
          <p:nvPr/>
        </p:nvSpPr>
        <p:spPr>
          <a:xfrm>
            <a:off x="4385187" y="2664542"/>
            <a:ext cx="4021394" cy="1754326"/>
          </a:xfrm>
          <a:prstGeom prst="rect">
            <a:avLst/>
          </a:prstGeom>
          <a:noFill/>
        </p:spPr>
        <p:txBody>
          <a:bodyPr wrap="square" rtlCol="0">
            <a:spAutoFit/>
          </a:bodyPr>
          <a:lstStyle/>
          <a:p>
            <a:r>
              <a:rPr lang="en-IN" dirty="0"/>
              <a:t>       2320030077                A. Abhiram</a:t>
            </a:r>
          </a:p>
          <a:p>
            <a:r>
              <a:rPr lang="en-IN" dirty="0"/>
              <a:t>        </a:t>
            </a:r>
          </a:p>
          <a:p>
            <a:r>
              <a:rPr lang="en-IN" dirty="0"/>
              <a:t>       2320030459                N.Nandini</a:t>
            </a:r>
          </a:p>
          <a:p>
            <a:endParaRPr lang="en-IN" dirty="0"/>
          </a:p>
          <a:p>
            <a:r>
              <a:rPr lang="en-IN" dirty="0"/>
              <a:t>       2320030110               </a:t>
            </a:r>
            <a:r>
              <a:rPr lang="en-IN" dirty="0" err="1"/>
              <a:t>P.Prajwal</a:t>
            </a:r>
            <a:endParaRPr lang="en-IN" dirty="0"/>
          </a:p>
          <a:p>
            <a:endParaRPr lang="en-IN" dirty="0"/>
          </a:p>
        </p:txBody>
      </p:sp>
      <p:sp>
        <p:nvSpPr>
          <p:cNvPr id="4" name="TextBox 3">
            <a:extLst>
              <a:ext uri="{FF2B5EF4-FFF2-40B4-BE49-F238E27FC236}">
                <a16:creationId xmlns:a16="http://schemas.microsoft.com/office/drawing/2014/main" id="{19CB8D31-4B20-E03A-CB81-07F306BD4D58}"/>
              </a:ext>
            </a:extLst>
          </p:cNvPr>
          <p:cNvSpPr txBox="1"/>
          <p:nvPr/>
        </p:nvSpPr>
        <p:spPr>
          <a:xfrm>
            <a:off x="4606413" y="4354539"/>
            <a:ext cx="3578942" cy="461665"/>
          </a:xfrm>
          <a:prstGeom prst="rect">
            <a:avLst/>
          </a:prstGeom>
          <a:noFill/>
        </p:spPr>
        <p:txBody>
          <a:bodyPr wrap="square" rtlCol="0">
            <a:spAutoFit/>
          </a:bodyPr>
          <a:lstStyle/>
          <a:p>
            <a:r>
              <a:rPr lang="en-IN" sz="2400" dirty="0">
                <a:solidFill>
                  <a:srgbClr val="FF0000"/>
                </a:solidFill>
              </a:rPr>
              <a:t>Faculty- </a:t>
            </a:r>
            <a:r>
              <a:rPr lang="en-IN" sz="2400" dirty="0" err="1">
                <a:solidFill>
                  <a:srgbClr val="FF0000"/>
                </a:solidFill>
              </a:rPr>
              <a:t>Dr.N.Shirisha</a:t>
            </a:r>
            <a:endParaRPr lang="en-IN" sz="2400"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r>
              <a:rPr lang="en-IN" dirty="0"/>
              <a:t>Table of Contents</a:t>
            </a:r>
            <a:endParaRPr dirty="0"/>
          </a:p>
        </p:txBody>
      </p:sp>
      <p:sp>
        <p:nvSpPr>
          <p:cNvPr id="9" name="Content Placeholder 8"/>
          <p:cNvSpPr>
            <a:spLocks noGrp="1"/>
          </p:cNvSpPr>
          <p:nvPr>
            <p:ph idx="1"/>
          </p:nvPr>
        </p:nvSpPr>
        <p:spPr>
          <a:xfrm>
            <a:off x="838200" y="1250731"/>
            <a:ext cx="10515600" cy="5002923"/>
          </a:xfrm>
        </p:spPr>
        <p:txBody>
          <a:bodyPr>
            <a:normAutofit/>
          </a:bodyPr>
          <a:lstStyle/>
          <a:p>
            <a:r>
              <a:rPr lang="en-IN" dirty="0"/>
              <a:t>Review 2 Comments </a:t>
            </a:r>
          </a:p>
          <a:p>
            <a:r>
              <a:rPr lang="en-IN" dirty="0"/>
              <a:t>Module-wise Implementation </a:t>
            </a:r>
          </a:p>
          <a:p>
            <a:r>
              <a:rPr lang="en-IN" dirty="0"/>
              <a:t>Comparison and Discussion (Graphical Representation) </a:t>
            </a:r>
          </a:p>
          <a:p>
            <a:r>
              <a:rPr lang="en-IN" dirty="0"/>
              <a:t>Results </a:t>
            </a:r>
          </a:p>
          <a:p>
            <a:r>
              <a:rPr lang="en-IN" dirty="0"/>
              <a:t>Conclusion </a:t>
            </a:r>
          </a:p>
          <a:p>
            <a:r>
              <a:rPr lang="en-IN" dirty="0"/>
              <a:t>Future Direction </a:t>
            </a:r>
          </a:p>
          <a:p>
            <a:r>
              <a:rPr lang="en-IN" dirty="0"/>
              <a:t>References </a:t>
            </a:r>
          </a:p>
        </p:txBody>
      </p:sp>
      <p:sp>
        <p:nvSpPr>
          <p:cNvPr id="5" name="Date Placeholder 4"/>
          <p:cNvSpPr>
            <a:spLocks noGrp="1"/>
          </p:cNvSpPr>
          <p:nvPr>
            <p:ph type="dt" sz="half" idx="10"/>
          </p:nvPr>
        </p:nvSpPr>
        <p:spPr/>
        <p:txBody>
          <a:bodyPr/>
          <a:lstStyle/>
          <a:p>
            <a:fld id="{196CB346-A29B-614A-90B7-3F58220E4132}" type="datetime1">
              <a:rPr lang="en-IN" smtClean="0"/>
              <a:t>25-03-2026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2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EE2EA3D-A732-E32A-FA6B-E08385F3C30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2E310BB-3511-7192-EFCE-C737FE6D4E5C}"/>
              </a:ext>
            </a:extLst>
          </p:cNvPr>
          <p:cNvSpPr>
            <a:spLocks noGrp="1"/>
          </p:cNvSpPr>
          <p:nvPr>
            <p:ph type="title"/>
          </p:nvPr>
        </p:nvSpPr>
        <p:spPr>
          <a:xfrm>
            <a:off x="1180618" y="365125"/>
            <a:ext cx="10173182" cy="1128009"/>
          </a:xfrm>
        </p:spPr>
        <p:txBody>
          <a:bodyPr>
            <a:normAutofit/>
          </a:bodyPr>
          <a:lstStyle/>
          <a:p>
            <a:r>
              <a:rPr lang="en-IN" dirty="0"/>
              <a:t>Review 2 Comments Addressed:</a:t>
            </a:r>
            <a:endParaRPr dirty="0"/>
          </a:p>
        </p:txBody>
      </p:sp>
      <p:sp>
        <p:nvSpPr>
          <p:cNvPr id="7" name="Slide Number Placeholder 6">
            <a:extLst>
              <a:ext uri="{FF2B5EF4-FFF2-40B4-BE49-F238E27FC236}">
                <a16:creationId xmlns:a16="http://schemas.microsoft.com/office/drawing/2014/main" id="{E15FA2CF-1028-AC09-A4CC-FED3EA624147}"/>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C49AD611-C36F-F28B-616E-A66D1F575976}"/>
              </a:ext>
            </a:extLst>
          </p:cNvPr>
          <p:cNvPicPr>
            <a:picLocks noChangeAspect="1"/>
          </p:cNvPicPr>
          <p:nvPr/>
        </p:nvPicPr>
        <p:blipFill>
          <a:blip r:embed="rId2"/>
          <a:stretch>
            <a:fillRect/>
          </a:stretch>
        </p:blipFill>
        <p:spPr>
          <a:xfrm>
            <a:off x="1" y="-396"/>
            <a:ext cx="1458484" cy="690861"/>
          </a:xfrm>
          <a:prstGeom prst="rect">
            <a:avLst/>
          </a:prstGeom>
        </p:spPr>
      </p:pic>
      <p:sp>
        <p:nvSpPr>
          <p:cNvPr id="11" name="TextBox 10">
            <a:extLst>
              <a:ext uri="{FF2B5EF4-FFF2-40B4-BE49-F238E27FC236}">
                <a16:creationId xmlns:a16="http://schemas.microsoft.com/office/drawing/2014/main" id="{680A3A41-04CC-AA81-A165-F7A0A309E9A7}"/>
              </a:ext>
            </a:extLst>
          </p:cNvPr>
          <p:cNvSpPr txBox="1"/>
          <p:nvPr/>
        </p:nvSpPr>
        <p:spPr>
          <a:xfrm>
            <a:off x="729243" y="1307014"/>
            <a:ext cx="10173182" cy="5693866"/>
          </a:xfrm>
          <a:prstGeom prst="rect">
            <a:avLst/>
          </a:prstGeom>
          <a:noFill/>
        </p:spPr>
        <p:txBody>
          <a:bodyPr wrap="square">
            <a:spAutoFit/>
          </a:bodyPr>
          <a:lstStyle/>
          <a:p>
            <a:pPr marL="457200" indent="-457200">
              <a:buFont typeface="Arial" panose="020B0604020202020204" pitchFamily="34" charset="0"/>
              <a:buChar char="•"/>
            </a:pPr>
            <a:r>
              <a:rPr lang="en-US" sz="2800" dirty="0"/>
              <a:t>All modules of the system have been clearly identified, structured, and implemented based on the project requirements </a:t>
            </a:r>
          </a:p>
          <a:p>
            <a:pPr marL="457200" indent="-457200">
              <a:buFont typeface="Arial" panose="020B0604020202020204" pitchFamily="34" charset="0"/>
              <a:buChar char="•"/>
            </a:pPr>
            <a:r>
              <a:rPr lang="en-US" sz="2800" dirty="0"/>
              <a:t>A real-time data pipeline has been successfully developed using Apache Kafka for streaming and Apache Spark for processing </a:t>
            </a:r>
          </a:p>
          <a:p>
            <a:pPr marL="457200" indent="-457200">
              <a:buFont typeface="Arial" panose="020B0604020202020204" pitchFamily="34" charset="0"/>
              <a:buChar char="•"/>
            </a:pPr>
            <a:r>
              <a:rPr lang="en-US" sz="2800" dirty="0"/>
              <a:t>Machine learning model (Random Forest) has been integrated to predict disaster severity based on multiple input features </a:t>
            </a:r>
          </a:p>
          <a:p>
            <a:pPr marL="457200" indent="-457200">
              <a:buFont typeface="Arial" panose="020B0604020202020204" pitchFamily="34" charset="0"/>
              <a:buChar char="•"/>
            </a:pPr>
            <a:r>
              <a:rPr lang="en-US" sz="2800" dirty="0"/>
              <a:t>A user-friendly and interactive dashboard has been designed using React to visualize disaster data in real-time </a:t>
            </a:r>
          </a:p>
          <a:p>
            <a:pPr marL="457200" indent="-457200">
              <a:buFont typeface="Arial" panose="020B0604020202020204" pitchFamily="34" charset="0"/>
              <a:buChar char="•"/>
            </a:pPr>
            <a:r>
              <a:rPr lang="en-US" sz="2800" dirty="0"/>
              <a:t>System performance has been optimized to handle high-volume data streams with reduced latency and improved efficiency </a:t>
            </a:r>
          </a:p>
          <a:p>
            <a:pPr marL="457200" indent="-457200">
              <a:buFont typeface="Arial" panose="020B0604020202020204" pitchFamily="34" charset="0"/>
              <a:buChar char="•"/>
            </a:pPr>
            <a:r>
              <a:rPr lang="en-US" sz="2800" dirty="0"/>
              <a:t>End-to-end workflow from data collection to alert generation has been completed and tested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1998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2018817" y="139915"/>
            <a:ext cx="10173182" cy="1128009"/>
          </a:xfrm>
        </p:spPr>
        <p:txBody>
          <a:bodyPr>
            <a:normAutofit/>
          </a:bodyPr>
          <a:lstStyle/>
          <a:p>
            <a:r>
              <a:rPr lang="en-IN" dirty="0"/>
              <a:t>Module-wise Implementation</a:t>
            </a:r>
            <a:endParaRPr dirty="0"/>
          </a:p>
        </p:txBody>
      </p:sp>
      <p:pic>
        <p:nvPicPr>
          <p:cNvPr id="6" name="Content Placeholder 5">
            <a:extLst>
              <a:ext uri="{FF2B5EF4-FFF2-40B4-BE49-F238E27FC236}">
                <a16:creationId xmlns:a16="http://schemas.microsoft.com/office/drawing/2014/main" id="{24037B26-5FB1-FBC5-D5CE-80CB6A7F4C1B}"/>
              </a:ext>
            </a:extLst>
          </p:cNvPr>
          <p:cNvPicPr>
            <a:picLocks noGrp="1" noChangeAspect="1"/>
          </p:cNvPicPr>
          <p:nvPr>
            <p:ph idx="1"/>
          </p:nvPr>
        </p:nvPicPr>
        <p:blipFill>
          <a:blip r:embed="rId2"/>
          <a:stretch>
            <a:fillRect/>
          </a:stretch>
        </p:blipFill>
        <p:spPr>
          <a:xfrm>
            <a:off x="1458485" y="1221694"/>
            <a:ext cx="8204542" cy="5271181"/>
          </a:xfrm>
          <a:prstGeom prst="rect">
            <a:avLst/>
          </a:prstGeom>
        </p:spPr>
      </p:pic>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3"/>
          <a:stretch>
            <a:fillRect/>
          </a:stretch>
        </p:blipFill>
        <p:spPr>
          <a:xfrm>
            <a:off x="1" y="-396"/>
            <a:ext cx="1458484" cy="690861"/>
          </a:xfrm>
          <a:prstGeom prst="rect">
            <a:avLst/>
          </a:prstGeom>
        </p:spPr>
      </p:pic>
    </p:spTree>
    <p:extLst>
      <p:ext uri="{BB962C8B-B14F-4D97-AF65-F5344CB8AC3E}">
        <p14:creationId xmlns:p14="http://schemas.microsoft.com/office/powerpoint/2010/main" val="201159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562455" y="295272"/>
            <a:ext cx="10173182" cy="1128009"/>
          </a:xfrm>
        </p:spPr>
        <p:txBody>
          <a:bodyPr>
            <a:normAutofit fontScale="90000"/>
          </a:bodyPr>
          <a:lstStyle/>
          <a:p>
            <a:r>
              <a:rPr lang="en-IN" dirty="0"/>
              <a:t>Comparison and Discussion (Graphical Representation)</a:t>
            </a:r>
            <a:endParaRPr dirty="0"/>
          </a:p>
        </p:txBody>
      </p:sp>
      <p:pic>
        <p:nvPicPr>
          <p:cNvPr id="4" name="Content Placeholder 3">
            <a:extLst>
              <a:ext uri="{FF2B5EF4-FFF2-40B4-BE49-F238E27FC236}">
                <a16:creationId xmlns:a16="http://schemas.microsoft.com/office/drawing/2014/main" id="{ABF75274-3C88-280C-A211-D9F1F5142D99}"/>
              </a:ext>
            </a:extLst>
          </p:cNvPr>
          <p:cNvPicPr>
            <a:picLocks noGrp="1" noChangeAspect="1"/>
          </p:cNvPicPr>
          <p:nvPr>
            <p:ph idx="1"/>
          </p:nvPr>
        </p:nvPicPr>
        <p:blipFill>
          <a:blip r:embed="rId2"/>
          <a:stretch>
            <a:fillRect/>
          </a:stretch>
        </p:blipFill>
        <p:spPr>
          <a:xfrm>
            <a:off x="2196306" y="1388710"/>
            <a:ext cx="7785894" cy="5002212"/>
          </a:xfrm>
          <a:prstGeom prst="rect">
            <a:avLst/>
          </a:prstGeom>
        </p:spPr>
      </p:pic>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3"/>
          <a:stretch>
            <a:fillRect/>
          </a:stretch>
        </p:blipFill>
        <p:spPr>
          <a:xfrm>
            <a:off x="1" y="-396"/>
            <a:ext cx="1458484" cy="690861"/>
          </a:xfrm>
          <a:prstGeom prst="rect">
            <a:avLst/>
          </a:prstGeom>
        </p:spPr>
      </p:pic>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665825" y="716826"/>
            <a:ext cx="10173182" cy="1128009"/>
          </a:xfrm>
        </p:spPr>
        <p:txBody>
          <a:bodyPr/>
          <a:lstStyle/>
          <a:p>
            <a:r>
              <a:rPr lang="en-IN" dirty="0"/>
              <a:t>Results:</a:t>
            </a:r>
            <a:endParaRPr dirty="0"/>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a:xfrm>
            <a:off x="838199" y="6356746"/>
            <a:ext cx="2743200" cy="365125"/>
          </a:xfrm>
        </p:spPr>
        <p:txBody>
          <a:bodyPr/>
          <a:lstStyle/>
          <a:p>
            <a:fld id="{196CB346-A29B-614A-90B7-3F58220E4132}" type="datetime1">
              <a:rPr lang="en-IN" smtClean="0"/>
              <a:t>25-03-2026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a:xfrm>
            <a:off x="8610599" y="6356746"/>
            <a:ext cx="2743200" cy="365125"/>
          </a:xfrm>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0" y="0"/>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599" y="6356746"/>
            <a:ext cx="4114800" cy="365125"/>
          </a:xfrm>
        </p:spPr>
        <p:txBody>
          <a:bodyPr/>
          <a:lstStyle/>
          <a:p>
            <a:r>
              <a:rPr lang="en-US" dirty="0"/>
              <a:t>REVIEW – 2    </a:t>
            </a:r>
          </a:p>
        </p:txBody>
      </p:sp>
      <p:graphicFrame>
        <p:nvGraphicFramePr>
          <p:cNvPr id="11" name="Table 10">
            <a:extLst>
              <a:ext uri="{FF2B5EF4-FFF2-40B4-BE49-F238E27FC236}">
                <a16:creationId xmlns:a16="http://schemas.microsoft.com/office/drawing/2014/main" id="{92B313CE-5FEC-4C43-7EBC-1C7282010C3D}"/>
              </a:ext>
            </a:extLst>
          </p:cNvPr>
          <p:cNvGraphicFramePr>
            <a:graphicFrameLocks noGrp="1"/>
          </p:cNvGraphicFramePr>
          <p:nvPr>
            <p:extLst>
              <p:ext uri="{D42A27DB-BD31-4B8C-83A1-F6EECF244321}">
                <p14:modId xmlns:p14="http://schemas.microsoft.com/office/powerpoint/2010/main" val="2820119532"/>
              </p:ext>
            </p:extLst>
          </p:nvPr>
        </p:nvGraphicFramePr>
        <p:xfrm>
          <a:off x="838199" y="3818810"/>
          <a:ext cx="10515600" cy="365760"/>
        </p:xfrm>
        <a:graphic>
          <a:graphicData uri="http://schemas.openxmlformats.org/drawingml/2006/table">
            <a:tbl>
              <a:tblPr/>
              <a:tblGrid>
                <a:gridCol w="10515600">
                  <a:extLst>
                    <a:ext uri="{9D8B030D-6E8A-4147-A177-3AD203B41FA5}">
                      <a16:colId xmlns:a16="http://schemas.microsoft.com/office/drawing/2014/main" val="1621147012"/>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4136684601"/>
                  </a:ext>
                </a:extLst>
              </a:tr>
            </a:tbl>
          </a:graphicData>
        </a:graphic>
      </p:graphicFrame>
      <p:sp>
        <p:nvSpPr>
          <p:cNvPr id="4" name="Rectangle 2">
            <a:extLst>
              <a:ext uri="{FF2B5EF4-FFF2-40B4-BE49-F238E27FC236}">
                <a16:creationId xmlns:a16="http://schemas.microsoft.com/office/drawing/2014/main" id="{93568ACD-BF18-75BE-6291-44F897F25D50}"/>
              </a:ext>
            </a:extLst>
          </p:cNvPr>
          <p:cNvSpPr>
            <a:spLocks noChangeArrowheads="1"/>
          </p:cNvSpPr>
          <p:nvPr/>
        </p:nvSpPr>
        <p:spPr bwMode="auto">
          <a:xfrm rot="10800000" flipV="1">
            <a:off x="419098" y="1536174"/>
            <a:ext cx="113538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Successfully developed a real-time disaster detection and prediction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system is capable of processing more than 10,000 events per second</a:t>
            </a:r>
          </a:p>
          <a:p>
            <a:pPr marL="0" marR="0" lvl="0" indent="0" algn="l" defTabSz="914400" rtl="0" eaLnBrk="0" fontAlgn="base" latinLnBrk="0" hangingPunct="0">
              <a:lnSpc>
                <a:spcPct val="100000"/>
              </a:lnSpc>
              <a:spcBef>
                <a:spcPct val="0"/>
              </a:spcBef>
              <a:spcAft>
                <a:spcPct val="0"/>
              </a:spcAft>
              <a:buClrTx/>
              <a:buSzTx/>
              <a:tabLst/>
            </a:pP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using Kafka and Spark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Achieved prediction accuracy in the range of 87–92% using Random Forest model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Significant improvement in response time compared to traditional systems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Dashboard provides live visualization of disaster events, alerts, and system metrics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System demonstrated high scalability, reliability, and performance during testing </a:t>
            </a:r>
          </a:p>
        </p:txBody>
      </p:sp>
    </p:spTree>
    <p:extLst>
      <p:ext uri="{BB962C8B-B14F-4D97-AF65-F5344CB8AC3E}">
        <p14:creationId xmlns:p14="http://schemas.microsoft.com/office/powerpoint/2010/main" val="36108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lstStyle/>
          <a:p>
            <a:r>
              <a:rPr lang="en-IN" dirty="0"/>
              <a:t>Conclusion:</a:t>
            </a:r>
            <a:endParaRPr dirty="0"/>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idx="1"/>
          </p:nvPr>
        </p:nvSpPr>
        <p:spPr>
          <a:xfrm>
            <a:off x="838200" y="1250731"/>
            <a:ext cx="10515600" cy="5002923"/>
          </a:xfrm>
        </p:spPr>
        <p:txBody>
          <a:bodyPr>
            <a:normAutofit fontScale="92500" lnSpcReduction="20000"/>
          </a:bodyPr>
          <a:lstStyle/>
          <a:p>
            <a:r>
              <a:rPr lang="en-US" sz="2400" dirty="0"/>
              <a:t>India Shield AI is a comprehensive and scalable real-time disaster intelligence system that effectively combines big data technologies and machine learning to address the challenges in traditional disaster management. The system successfully integrates multiple heterogeneous data sources such as social media, weather APIs, news feeds, and sensor data, and processes them using a robust pipeline built on Apache Kafka and Apache Spark. By applying machine learning techniques, specifically the Random Forest model, the system is capable of accurately predicting disaster severity and providing meaningful insights.</a:t>
            </a:r>
          </a:p>
          <a:p>
            <a:r>
              <a:rPr lang="en-US" sz="2400" dirty="0"/>
              <a:t>The implementation of real-time streaming and automated data processing significantly reduces the delay in detecting disasters and improves the overall response time. The interactive dashboard developed using React enables users and authorities to visualize disaster events, monitor system performance, and make informed decisions quickly. Additionally, the alert system ensures timely notifications, which helps in faster coordination and emergency response.</a:t>
            </a:r>
          </a:p>
          <a:p>
            <a:r>
              <a:rPr lang="en-US" sz="2400" dirty="0"/>
              <a:t>Overall, the project demonstrates how modern technologies can be leveraged to build an efficient, reliable, and intelligent disaster management system. India Shield AI not only enhances situational awareness but also contributes to minimizing the impact of disasters by enabling proactive and data-driven decision-making. This system can serve as a strong foundation for future advancements in smart disaster management solutions.</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25-03-2026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2762340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CC21BD1-67CE-159B-D990-A5BAC1ABDB0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9F30C8F-44E3-ED91-3A37-4D042A3F7393}"/>
              </a:ext>
            </a:extLst>
          </p:cNvPr>
          <p:cNvSpPr>
            <a:spLocks noGrp="1"/>
          </p:cNvSpPr>
          <p:nvPr>
            <p:ph type="title"/>
          </p:nvPr>
        </p:nvSpPr>
        <p:spPr>
          <a:xfrm>
            <a:off x="1180618" y="365125"/>
            <a:ext cx="10173182" cy="1128009"/>
          </a:xfrm>
        </p:spPr>
        <p:txBody>
          <a:bodyPr/>
          <a:lstStyle/>
          <a:p>
            <a:r>
              <a:rPr lang="en-IN" dirty="0"/>
              <a:t>Future Direction:</a:t>
            </a:r>
            <a:endParaRPr dirty="0"/>
          </a:p>
        </p:txBody>
      </p:sp>
      <p:sp>
        <p:nvSpPr>
          <p:cNvPr id="5" name="Date Placeholder 4">
            <a:extLst>
              <a:ext uri="{FF2B5EF4-FFF2-40B4-BE49-F238E27FC236}">
                <a16:creationId xmlns:a16="http://schemas.microsoft.com/office/drawing/2014/main" id="{8528F93C-98E7-FA1C-8A58-2E383A70BC9B}"/>
              </a:ext>
            </a:extLst>
          </p:cNvPr>
          <p:cNvSpPr>
            <a:spLocks noGrp="1"/>
          </p:cNvSpPr>
          <p:nvPr>
            <p:ph type="dt" sz="half" idx="10"/>
          </p:nvPr>
        </p:nvSpPr>
        <p:spPr/>
        <p:txBody>
          <a:bodyPr/>
          <a:lstStyle/>
          <a:p>
            <a:fld id="{196CB346-A29B-614A-90B7-3F58220E4132}" type="datetime1">
              <a:rPr lang="en-IN" smtClean="0"/>
              <a:t>25-03-2026</a:t>
            </a:fld>
            <a:endParaRPr lang="en-US" dirty="0"/>
          </a:p>
        </p:txBody>
      </p:sp>
      <p:sp>
        <p:nvSpPr>
          <p:cNvPr id="7" name="Slide Number Placeholder 6">
            <a:extLst>
              <a:ext uri="{FF2B5EF4-FFF2-40B4-BE49-F238E27FC236}">
                <a16:creationId xmlns:a16="http://schemas.microsoft.com/office/drawing/2014/main" id="{E1A82D5D-CFA2-7550-CFF0-F87AA924FA50}"/>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A41EED9F-BB27-6294-9AF7-A5C6FAD244A0}"/>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A80C4425-1675-1C0F-FA20-4D962CCB8599}"/>
              </a:ext>
            </a:extLst>
          </p:cNvPr>
          <p:cNvSpPr>
            <a:spLocks noGrp="1"/>
          </p:cNvSpPr>
          <p:nvPr>
            <p:ph type="ftr" sz="quarter" idx="11"/>
          </p:nvPr>
        </p:nvSpPr>
        <p:spPr>
          <a:xfrm>
            <a:off x="4038600" y="6356350"/>
            <a:ext cx="4114800" cy="365125"/>
          </a:xfrm>
        </p:spPr>
        <p:txBody>
          <a:bodyPr/>
          <a:lstStyle/>
          <a:p>
            <a:r>
              <a:rPr lang="en-US" dirty="0"/>
              <a:t>REVIEW – 2    </a:t>
            </a:r>
          </a:p>
        </p:txBody>
      </p:sp>
      <p:sp>
        <p:nvSpPr>
          <p:cNvPr id="4" name="TextBox 3">
            <a:extLst>
              <a:ext uri="{FF2B5EF4-FFF2-40B4-BE49-F238E27FC236}">
                <a16:creationId xmlns:a16="http://schemas.microsoft.com/office/drawing/2014/main" id="{FC7E896A-BBFA-8215-F4F3-ACA2A4E88D27}"/>
              </a:ext>
            </a:extLst>
          </p:cNvPr>
          <p:cNvSpPr txBox="1"/>
          <p:nvPr/>
        </p:nvSpPr>
        <p:spPr>
          <a:xfrm>
            <a:off x="991437" y="1357255"/>
            <a:ext cx="10704843" cy="6370975"/>
          </a:xfrm>
          <a:prstGeom prst="rect">
            <a:avLst/>
          </a:prstGeom>
          <a:noFill/>
        </p:spPr>
        <p:txBody>
          <a:bodyPr wrap="square">
            <a:spAutoFit/>
          </a:bodyPr>
          <a:lstStyle/>
          <a:p>
            <a:pPr>
              <a:buFont typeface="Arial" panose="020B0604020202020204" pitchFamily="34" charset="0"/>
              <a:buChar char="•"/>
            </a:pPr>
            <a:r>
              <a:rPr lang="en-US" sz="2400" dirty="0"/>
              <a:t>Integration with government and disaster management authorities for real-world deployment </a:t>
            </a:r>
          </a:p>
          <a:p>
            <a:pPr>
              <a:buFont typeface="Arial" panose="020B0604020202020204" pitchFamily="34" charset="0"/>
              <a:buChar char="•"/>
            </a:pPr>
            <a:r>
              <a:rPr lang="en-US" sz="2400" dirty="0"/>
              <a:t>Development of mobile applications for instant alert notifications to users </a:t>
            </a:r>
          </a:p>
          <a:p>
            <a:pPr>
              <a:buFont typeface="Arial" panose="020B0604020202020204" pitchFamily="34" charset="0"/>
              <a:buChar char="•"/>
            </a:pPr>
            <a:r>
              <a:rPr lang="en-US" sz="2400" dirty="0"/>
              <a:t>Incorporation of satellite imagery and drone data for more accurate predictions </a:t>
            </a:r>
          </a:p>
          <a:p>
            <a:pPr>
              <a:buFont typeface="Arial" panose="020B0604020202020204" pitchFamily="34" charset="0"/>
              <a:buChar char="•"/>
            </a:pPr>
            <a:r>
              <a:rPr lang="en-US" sz="2400" dirty="0"/>
              <a:t>Implementation of deep learning models for improved prediction accuracy </a:t>
            </a:r>
          </a:p>
          <a:p>
            <a:pPr>
              <a:buFont typeface="Arial" panose="020B0604020202020204" pitchFamily="34" charset="0"/>
              <a:buChar char="•"/>
            </a:pPr>
            <a:r>
              <a:rPr lang="en-US" sz="2400" dirty="0"/>
              <a:t>Expansion of the system to cover rural and remote regions </a:t>
            </a:r>
          </a:p>
          <a:p>
            <a:pPr>
              <a:buFont typeface="Arial" panose="020B0604020202020204" pitchFamily="34" charset="0"/>
              <a:buChar char="•"/>
            </a:pPr>
            <a:r>
              <a:rPr lang="en-US" sz="2400" dirty="0"/>
              <a:t>Addition of multilingual support for better accessibility </a:t>
            </a:r>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1192081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r>
              <a:rPr lang="en-IN" dirty="0"/>
              <a:t>References:</a:t>
            </a:r>
            <a:endParaRPr dirty="0"/>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Autofit/>
          </a:bodyPr>
          <a:lstStyle/>
          <a:p>
            <a:pPr eaLnBrk="0" fontAlgn="base" hangingPunct="0">
              <a:lnSpc>
                <a:spcPct val="100000"/>
              </a:lnSpc>
              <a:spcBef>
                <a:spcPct val="0"/>
              </a:spcBef>
              <a:spcAft>
                <a:spcPct val="0"/>
              </a:spcAft>
            </a:pPr>
            <a:r>
              <a:rPr lang="en-US" altLang="en-US" sz="1500" dirty="0">
                <a:latin typeface="+mj-lt"/>
              </a:rPr>
              <a:t>Imran, M., Castillo, C., Diaz, F., &amp; Vieweg, S.</a:t>
            </a:r>
            <a:br>
              <a:rPr lang="en-US" altLang="en-US" sz="1500" dirty="0">
                <a:latin typeface="+mj-lt"/>
              </a:rPr>
            </a:br>
            <a:r>
              <a:rPr lang="en-US" altLang="en-US" sz="1500" dirty="0">
                <a:latin typeface="+mj-lt"/>
              </a:rPr>
              <a:t> </a:t>
            </a:r>
            <a:r>
              <a:rPr lang="en-US" altLang="en-US" sz="1500" dirty="0">
                <a:latin typeface="+mj-lt"/>
                <a:hlinkClick r:id="rId2"/>
              </a:rPr>
              <a:t>https://dl.acm.org/doi/10.1145/2500499</a:t>
            </a:r>
            <a:r>
              <a:rPr lang="en-US" altLang="en-US" sz="1500" dirty="0">
                <a:latin typeface="+mj-lt"/>
              </a:rPr>
              <a:t> </a:t>
            </a:r>
          </a:p>
          <a:p>
            <a:pPr eaLnBrk="0" fontAlgn="base" hangingPunct="0">
              <a:lnSpc>
                <a:spcPct val="100000"/>
              </a:lnSpc>
              <a:spcBef>
                <a:spcPct val="0"/>
              </a:spcBef>
              <a:spcAft>
                <a:spcPct val="0"/>
              </a:spcAft>
            </a:pPr>
            <a:r>
              <a:rPr lang="en-US" altLang="en-US" sz="1500" dirty="0">
                <a:latin typeface="+mj-lt"/>
              </a:rPr>
              <a:t>Sakaki, T., Okazaki, M., &amp; Matsuo, Y.</a:t>
            </a:r>
            <a:br>
              <a:rPr lang="en-US" altLang="en-US" sz="1500" dirty="0">
                <a:latin typeface="+mj-lt"/>
              </a:rPr>
            </a:br>
            <a:r>
              <a:rPr lang="en-US" altLang="en-US" sz="1500" dirty="0">
                <a:latin typeface="+mj-lt"/>
              </a:rPr>
              <a:t> </a:t>
            </a:r>
            <a:r>
              <a:rPr lang="en-US" altLang="en-US" sz="1500" dirty="0">
                <a:latin typeface="+mj-lt"/>
                <a:hlinkClick r:id="rId3"/>
              </a:rPr>
              <a:t>https://dl.acm.org/doi/10.1145/1772690.1772777</a:t>
            </a:r>
            <a:r>
              <a:rPr lang="en-US" altLang="en-US" sz="1500" dirty="0">
                <a:latin typeface="+mj-lt"/>
              </a:rPr>
              <a:t> </a:t>
            </a:r>
          </a:p>
          <a:p>
            <a:pPr eaLnBrk="0" fontAlgn="base" hangingPunct="0">
              <a:lnSpc>
                <a:spcPct val="100000"/>
              </a:lnSpc>
              <a:spcBef>
                <a:spcPct val="0"/>
              </a:spcBef>
              <a:spcAft>
                <a:spcPct val="0"/>
              </a:spcAft>
            </a:pPr>
            <a:r>
              <a:rPr lang="en-US" altLang="en-US" sz="1500" dirty="0">
                <a:latin typeface="+mj-lt"/>
              </a:rPr>
              <a:t>Atzori, M., Poletti, J.</a:t>
            </a:r>
            <a:br>
              <a:rPr lang="en-US" altLang="en-US" sz="1500" dirty="0">
                <a:latin typeface="+mj-lt"/>
              </a:rPr>
            </a:br>
            <a:r>
              <a:rPr lang="en-US" altLang="en-US" sz="1500" dirty="0">
                <a:latin typeface="+mj-lt"/>
              </a:rPr>
              <a:t> https://ieeexplore.ieee.org/document/8456001 </a:t>
            </a:r>
          </a:p>
          <a:p>
            <a:pPr eaLnBrk="0" fontAlgn="base" hangingPunct="0">
              <a:lnSpc>
                <a:spcPct val="100000"/>
              </a:lnSpc>
              <a:spcBef>
                <a:spcPct val="0"/>
              </a:spcBef>
              <a:spcAft>
                <a:spcPct val="0"/>
              </a:spcAft>
            </a:pPr>
            <a:r>
              <a:rPr lang="en-US" altLang="en-US" sz="1500" dirty="0">
                <a:latin typeface="+mj-lt"/>
              </a:rPr>
              <a:t>Imran, M., Mitra, P., &amp; Castillo, C.</a:t>
            </a:r>
            <a:br>
              <a:rPr lang="en-US" altLang="en-US" sz="1500" dirty="0">
                <a:latin typeface="+mj-lt"/>
              </a:rPr>
            </a:br>
            <a:r>
              <a:rPr lang="en-US" altLang="en-US" sz="1500" dirty="0">
                <a:latin typeface="+mj-lt"/>
              </a:rPr>
              <a:t> </a:t>
            </a:r>
            <a:r>
              <a:rPr lang="en-US" altLang="en-US" sz="1500" dirty="0">
                <a:latin typeface="+mj-lt"/>
                <a:hlinkClick r:id="rId4"/>
              </a:rPr>
              <a:t>https://aclanthology.org/L16-1694/</a:t>
            </a:r>
            <a:r>
              <a:rPr lang="en-US" altLang="en-US" sz="1500" dirty="0">
                <a:latin typeface="+mj-lt"/>
              </a:rPr>
              <a:t> </a:t>
            </a:r>
          </a:p>
          <a:p>
            <a:pPr eaLnBrk="0" fontAlgn="base" hangingPunct="0">
              <a:lnSpc>
                <a:spcPct val="100000"/>
              </a:lnSpc>
              <a:spcBef>
                <a:spcPct val="0"/>
              </a:spcBef>
              <a:spcAft>
                <a:spcPct val="0"/>
              </a:spcAft>
            </a:pPr>
            <a:r>
              <a:rPr lang="en-US" altLang="en-US" sz="1500" dirty="0">
                <a:latin typeface="+mj-lt"/>
              </a:rPr>
              <a:t>Alam, F., </a:t>
            </a:r>
            <a:r>
              <a:rPr lang="en-US" altLang="en-US" sz="1500" dirty="0" err="1">
                <a:latin typeface="+mj-lt"/>
              </a:rPr>
              <a:t>Ofli</a:t>
            </a:r>
            <a:r>
              <a:rPr lang="en-US" altLang="en-US" sz="1500" dirty="0">
                <a:latin typeface="+mj-lt"/>
              </a:rPr>
              <a:t>, F., &amp; Imran, M.</a:t>
            </a:r>
            <a:br>
              <a:rPr lang="en-US" altLang="en-US" sz="1500" dirty="0">
                <a:latin typeface="+mj-lt"/>
              </a:rPr>
            </a:br>
            <a:r>
              <a:rPr lang="en-US" altLang="en-US" sz="1500" dirty="0">
                <a:latin typeface="+mj-lt"/>
              </a:rPr>
              <a:t> </a:t>
            </a:r>
            <a:r>
              <a:rPr lang="en-US" altLang="en-US" sz="1500" dirty="0">
                <a:latin typeface="+mj-lt"/>
                <a:hlinkClick r:id="rId5"/>
              </a:rPr>
              <a:t>https://ojs.aaai.org/index.php/ICWSM/article/view/3353</a:t>
            </a:r>
            <a:endParaRPr lang="en-US" altLang="en-US" sz="1500" dirty="0">
              <a:latin typeface="+mj-lt"/>
            </a:endParaRPr>
          </a:p>
          <a:p>
            <a:r>
              <a:rPr lang="en-IN" sz="1500" dirty="0">
                <a:latin typeface="+mj-lt"/>
              </a:rPr>
              <a:t>Kabir, M. Y., et al.</a:t>
            </a:r>
          </a:p>
          <a:p>
            <a:r>
              <a:rPr lang="en-IN" sz="1500" dirty="0">
                <a:latin typeface="+mj-lt"/>
              </a:rPr>
              <a:t> https://dl.acm.org/doi/10.1145/3371158 </a:t>
            </a:r>
          </a:p>
          <a:p>
            <a:r>
              <a:rPr lang="en-IN" sz="1500" dirty="0">
                <a:latin typeface="+mj-lt"/>
              </a:rPr>
              <a:t>Robinson, B., Power, R., &amp; Cameron, M.</a:t>
            </a:r>
            <a:br>
              <a:rPr lang="en-IN" sz="1500" dirty="0">
                <a:latin typeface="+mj-lt"/>
              </a:rPr>
            </a:br>
            <a:r>
              <a:rPr lang="en-IN" sz="1500" dirty="0">
                <a:latin typeface="+mj-lt"/>
              </a:rPr>
              <a:t> </a:t>
            </a:r>
            <a:r>
              <a:rPr lang="en-IN" sz="1500" dirty="0">
                <a:latin typeface="+mj-lt"/>
                <a:hlinkClick r:id="rId6"/>
              </a:rPr>
              <a:t>https://aclanthology.org/W13-1105/</a:t>
            </a:r>
            <a:r>
              <a:rPr lang="en-IN" sz="1500" dirty="0">
                <a:latin typeface="+mj-lt"/>
              </a:rPr>
              <a:t> </a:t>
            </a:r>
          </a:p>
          <a:p>
            <a:r>
              <a:rPr lang="en-IN" sz="1500" dirty="0">
                <a:latin typeface="+mj-lt"/>
              </a:rPr>
              <a:t>Singh, J. P., et al.</a:t>
            </a:r>
            <a:br>
              <a:rPr lang="en-IN" sz="1500" dirty="0">
                <a:latin typeface="+mj-lt"/>
              </a:rPr>
            </a:br>
            <a:r>
              <a:rPr lang="en-IN" sz="1500" dirty="0">
                <a:latin typeface="+mj-lt"/>
              </a:rPr>
              <a:t> </a:t>
            </a:r>
            <a:r>
              <a:rPr lang="en-IN" sz="1500" dirty="0">
                <a:latin typeface="+mj-lt"/>
                <a:hlinkClick r:id="rId7"/>
              </a:rPr>
              <a:t>https://link.springer.com/article/10.1007/s10479-018-2871-6</a:t>
            </a:r>
            <a:r>
              <a:rPr lang="en-IN" sz="1500" dirty="0">
                <a:latin typeface="+mj-lt"/>
              </a:rPr>
              <a:t> </a:t>
            </a:r>
          </a:p>
          <a:p>
            <a:r>
              <a:rPr lang="en-IN" sz="1500" dirty="0" err="1">
                <a:latin typeface="+mj-lt"/>
              </a:rPr>
              <a:t>Effrosynidis</a:t>
            </a:r>
            <a:r>
              <a:rPr lang="en-IN" sz="1500" dirty="0">
                <a:latin typeface="+mj-lt"/>
              </a:rPr>
              <a:t>, D., &amp; Arampatzis, A.</a:t>
            </a:r>
            <a:br>
              <a:rPr lang="en-IN" sz="1500" dirty="0">
                <a:latin typeface="+mj-lt"/>
              </a:rPr>
            </a:br>
            <a:r>
              <a:rPr lang="en-IN" sz="1500" dirty="0">
                <a:latin typeface="+mj-lt"/>
              </a:rPr>
              <a:t> </a:t>
            </a:r>
            <a:r>
              <a:rPr lang="en-IN" sz="1500" dirty="0">
                <a:latin typeface="+mj-lt"/>
                <a:hlinkClick r:id="rId8"/>
              </a:rPr>
              <a:t>https://www.mdpi.com/2078-2489/11/3/150</a:t>
            </a:r>
            <a:r>
              <a:rPr lang="en-IN" sz="1500" dirty="0">
                <a:latin typeface="+mj-lt"/>
              </a:rPr>
              <a:t> </a:t>
            </a:r>
          </a:p>
          <a:p>
            <a:r>
              <a:rPr lang="en-IN" sz="1500" dirty="0">
                <a:latin typeface="+mj-lt"/>
              </a:rPr>
              <a:t>Basit, M., et al.</a:t>
            </a:r>
            <a:br>
              <a:rPr lang="en-IN" sz="1500" dirty="0">
                <a:latin typeface="+mj-lt"/>
              </a:rPr>
            </a:br>
            <a:r>
              <a:rPr lang="en-IN" sz="1500" dirty="0">
                <a:latin typeface="+mj-lt"/>
              </a:rPr>
              <a:t> </a:t>
            </a:r>
            <a:r>
              <a:rPr lang="en-IN" sz="1500" dirty="0">
                <a:latin typeface="+mj-lt"/>
                <a:hlinkClick r:id="rId9"/>
              </a:rPr>
              <a:t>https://aclanthology.org/2022.emnlp-main</a:t>
            </a:r>
            <a:r>
              <a:rPr lang="en-IN" sz="1500" dirty="0">
                <a:latin typeface="+mj-lt"/>
              </a:rPr>
              <a:t>. </a:t>
            </a:r>
            <a:endParaRPr lang="en-US" altLang="en-US" sz="1500" dirty="0">
              <a:latin typeface="+mj-lt"/>
            </a:endParaRPr>
          </a:p>
          <a:p>
            <a:pPr marL="0" indent="0" eaLnBrk="0" fontAlgn="base" hangingPunct="0">
              <a:lnSpc>
                <a:spcPct val="100000"/>
              </a:lnSpc>
              <a:spcBef>
                <a:spcPct val="0"/>
              </a:spcBef>
              <a:spcAft>
                <a:spcPct val="0"/>
              </a:spcAft>
              <a:buNone/>
            </a:pPr>
            <a:r>
              <a:rPr lang="en-US" altLang="en-US" sz="1500" dirty="0">
                <a:latin typeface="+mj-lt"/>
              </a:rPr>
              <a:t> </a:t>
            </a:r>
          </a:p>
          <a:p>
            <a:endParaRPr sz="1500" dirty="0">
              <a:latin typeface="+mj-lt"/>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25-03-2026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10"/>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335004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25-03-2026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TotalTime>
  <Words>838</Words>
  <Application>Microsoft Office PowerPoint</Application>
  <PresentationFormat>Widescreen</PresentationFormat>
  <Paragraphs>103</Paragraphs>
  <Slides>10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Calibri</vt:lpstr>
      <vt:lpstr>Calibri Light</vt:lpstr>
      <vt:lpstr>Times New Roman</vt:lpstr>
      <vt:lpstr>Office Theme</vt:lpstr>
      <vt:lpstr>Custom Design</vt:lpstr>
      <vt:lpstr> Big Data Technologies REVIEW – 3 IndiaShield: An AI-Powered Real-Time Disaster Detection and Emergency Intelligence System </vt:lpstr>
      <vt:lpstr>Table of Contents</vt:lpstr>
      <vt:lpstr>Review 2 Comments Addressed:</vt:lpstr>
      <vt:lpstr>Module-wise Implementation</vt:lpstr>
      <vt:lpstr>Comparison and Discussion (Graphical Representation)</vt:lpstr>
      <vt:lpstr>Results:</vt:lpstr>
      <vt:lpstr>Conclusion:</vt:lpstr>
      <vt:lpstr>Future Direction: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 Abhiram Amrutaluri</cp:lastModifiedBy>
  <cp:revision>8</cp:revision>
  <dcterms:modified xsi:type="dcterms:W3CDTF">2026-03-25T16:51:14Z</dcterms:modified>
</cp:coreProperties>
</file>